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54864"/>
          </a:xfrm>
          <a:prstGeom prst="rect">
            <a:avLst/>
          </a:prstGeom>
          <a:solidFill>
            <a:srgbClr val="C8922A">
              <a:alpha val="30000"/>
            </a:srgbClr>
          </a:solidFill>
          <a:ln w="12700">
            <a:solidFill>
              <a:srgbClr val="C8922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AI SYSTEMS X DEBORA DELGADO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Planejamento Operacional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construiremos juntos - e o que precisara de voce.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303520"/>
            <a:ext cx="3291840" cy="8229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394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960120" y="5577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operacional + estrutura de transformacao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5303520"/>
            <a:ext cx="3291840" cy="8229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5394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17720" y="5577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blocos - identidade, transformacao, onboarding, produto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5303520"/>
            <a:ext cx="3291840" cy="8229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53949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275320" y="5577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- Junho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AI Systems - Confidencial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2 - Planejamento Operacional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2 - ESTRUTURA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blocos. Uma jornada.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2 tem um objetivo real unico: consolidar a identidade operacional e estruturar a transformacao que a mentoria entrega. Cada bloco resolve um gargalo especifico - e depende do anterior.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743200" cy="4297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65960"/>
            <a:ext cx="274320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1031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" y="2587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Identidade Operacional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ela e - e o que nao quer mais sustentar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246888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496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ENTREGAVEIS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21792" y="4123944"/>
            <a:ext cx="91440" cy="9144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0599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Sessao de identidade (90 min)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" y="4690872"/>
            <a:ext cx="91440" cy="9144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62686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Anti-posicionamento escrito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" y="5257800"/>
            <a:ext cx="91440" cy="9144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19379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 Gravitacional - 2 a 3 frases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5879592"/>
            <a:ext cx="2468880" cy="256032"/>
          </a:xfrm>
          <a:prstGeom prst="rect">
            <a:avLst/>
          </a:prstGeom>
          <a:solidFill>
            <a:srgbClr val="2563A8">
              <a:alpha val="20000"/>
            </a:srgbClr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879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4096512"/>
            <a:ext cx="109728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1965960"/>
            <a:ext cx="2743200" cy="4297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1965960"/>
            <a:ext cx="2743200" cy="54864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1031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7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520440" y="2587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Transformacao Central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52044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mentorado vive e como nomear isso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20440" y="3749040"/>
            <a:ext cx="246888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38496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ENTREGAVEIS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547872" y="4123944"/>
            <a:ext cx="91440" cy="91440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12464" y="40599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Transformacao (A-B)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47872" y="4690872"/>
            <a:ext cx="91440" cy="91440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12464" y="462686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em linguagem natural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47872" y="5257800"/>
            <a:ext cx="91440" cy="91440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12464" y="519379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Validacao dos pilares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20440" y="5879592"/>
            <a:ext cx="2468880" cy="256032"/>
          </a:xfrm>
          <a:prstGeom prst="rect">
            <a:avLst/>
          </a:prstGeom>
          <a:solidFill>
            <a:srgbClr val="1D7A4E">
              <a:alpha val="20000"/>
            </a:srgbClr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5879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2-3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44768" y="4096512"/>
            <a:ext cx="109728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1965960"/>
            <a:ext cx="2743200" cy="4297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1965960"/>
            <a:ext cx="2743200" cy="54864"/>
          </a:xfrm>
          <a:prstGeom prst="rect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21031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5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6446520" y="2587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Orquestrado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44652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experiencia subjetiva ao sistema estruturado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46520" y="3749040"/>
            <a:ext cx="246888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8496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5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ENTREGAVEIS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473952" y="4123944"/>
            <a:ext cx="91440" cy="91440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8544" y="40599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embarque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73952" y="4690872"/>
            <a:ext cx="91440" cy="91440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8544" y="462686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de bastao + kickoff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73952" y="5257800"/>
            <a:ext cx="91440" cy="91440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8544" y="519379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faseada com checkpoints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46520" y="5879592"/>
            <a:ext cx="2468880" cy="256032"/>
          </a:xfrm>
          <a:prstGeom prst="rect">
            <a:avLst/>
          </a:prstGeom>
          <a:solidFill>
            <a:srgbClr val="B85515">
              <a:alpha val="20000"/>
            </a:srgbClr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5879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5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070848" y="4096512"/>
            <a:ext cx="109728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35440" y="1965960"/>
            <a:ext cx="2743200" cy="4297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235440" y="1965960"/>
            <a:ext cx="2743200" cy="5486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00032" y="21031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3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9372600" y="258775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Produto de Entrada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937260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de entrada ideal para o ecossistema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372600" y="3749040"/>
            <a:ext cx="246888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72600" y="38496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ENTREGAVEIS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9400032" y="4123944"/>
            <a:ext cx="91440" cy="9144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64624" y="405993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da hipotese de produto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400032" y="4690872"/>
            <a:ext cx="91440" cy="9144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64624" y="462686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Formato, preco e criterio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400032" y="5257800"/>
            <a:ext cx="91440" cy="9144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564624" y="519379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Requalificacao para mentoria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372600" y="5879592"/>
            <a:ext cx="2468880" cy="256032"/>
          </a:xfrm>
          <a:prstGeom prst="rect">
            <a:avLst/>
          </a:prstGeom>
          <a:solidFill>
            <a:srgbClr val="6B3FA0">
              <a:alpha val="2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72600" y="5879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AI Systems - Confidencial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2 - Planejamento Operacional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Identidade Operacional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  -  Pre-requisito para todos os outros blocos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1124712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5212080" cy="347472"/>
          </a:xfrm>
          <a:prstGeom prst="rect">
            <a:avLst/>
          </a:prstGeom>
          <a:solidFill>
            <a:srgbClr val="2563A8">
              <a:alpha val="80000"/>
            </a:srgbClr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CONTINUUM FAZ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5212080" cy="347472"/>
          </a:xfrm>
          <a:prstGeom prst="rect">
            <a:avLst/>
          </a:prstGeom>
          <a:solidFill>
            <a:srgbClr val="C8922A">
              <a:alpha val="80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VOCE PRECISA FAZER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1691640"/>
            <a:ext cx="365760" cy="4572000"/>
          </a:xfrm>
          <a:prstGeom prst="rect">
            <a:avLst/>
          </a:prstGeom>
          <a:solidFill>
            <a:srgbClr val="0C0E14"/>
          </a:solidFill>
          <a:ln w="12700">
            <a:solidFill>
              <a:srgbClr val="0C0E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828800"/>
            <a:ext cx="18288" cy="4297680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7627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76272"/>
            <a:ext cx="54864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441448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459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2494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roteiro da sessao de identidade com base no Mapa de Valor Autentico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7706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call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18211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82112"/>
            <a:ext cx="54864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447288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4655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2552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Conduzir a sessao ao vivo - Menu do Entusiasmo, Antivalores, formato ideal, modelo de vida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776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agendada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18795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187952"/>
            <a:ext cx="54864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453128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44714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2611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 o Anti-posicionamento escrito com base no que emergiu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7823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48h apos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519379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193792"/>
            <a:ext cx="54864" cy="8686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458968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547725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7280" y="5266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Nucleo Gravitacional - 2 a 3 frases na linguagem natural dela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5788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conjunta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92240" y="217627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217627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244144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84264" y="2459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32320" y="22494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90 min de call dedicada para a sessao de identidade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27706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1 - Acao imediata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92240" y="318211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318211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344728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84264" y="34655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132320" y="32552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call: escutar os proprios audios e responder por escrito - o que ainda gera energia? o que drena?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32320" y="3776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call - 30 min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92240" y="418795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418795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445312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84264" y="44714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132320" y="42611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 Anti-posicionamento e validar: isso me representa? - marcar o que nao aderente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32320" y="47823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 apos a call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92240" y="519379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519379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75120" y="545896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84264" y="547725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132320" y="5266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ou ajustar o Nucleo Gravitacional antes de avancarmos para o Bloco 2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32320" y="5788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conclusao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AI Systems - Confidencial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2 - Planejamento Operacional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Transformacao Central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2-3  -  Depende da aprovacao do Nucleo Gravitacional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1124712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5212080" cy="347472"/>
          </a:xfrm>
          <a:prstGeom prst="rect">
            <a:avLst/>
          </a:prstGeom>
          <a:solidFill>
            <a:srgbClr val="1D7A4E">
              <a:alpha val="80000"/>
            </a:srgbClr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CONTINUUM FAZ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5212080" cy="347472"/>
          </a:xfrm>
          <a:prstGeom prst="rect">
            <a:avLst/>
          </a:prstGeom>
          <a:solidFill>
            <a:srgbClr val="C8922A">
              <a:alpha val="80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VOCE PRECISA FAZER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1691640"/>
            <a:ext cx="365760" cy="4572000"/>
          </a:xfrm>
          <a:prstGeom prst="rect">
            <a:avLst/>
          </a:prstGeom>
          <a:solidFill>
            <a:srgbClr val="0C0E14"/>
          </a:solidFill>
          <a:ln w="12700">
            <a:solidFill>
              <a:srgbClr val="0C0E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828800"/>
            <a:ext cx="18288" cy="4297680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7627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76272"/>
            <a:ext cx="54864" cy="86868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441448"/>
            <a:ext cx="347472" cy="347472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459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2494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o Mapa da Transformacao: Ponto A real - jornada - Ponto B concreto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7706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nos mentorados reais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18211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82112"/>
            <a:ext cx="54864" cy="86868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447288"/>
            <a:ext cx="347472" cy="347472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4655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2552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 a narrativa da transformacao em linguagem natural - sem framework visivel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776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Versao revisavel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18795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187952"/>
            <a:ext cx="54864" cy="86868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453128"/>
            <a:ext cx="347472" cy="347472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44714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2611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Revisitar os 3 pilares e validar se emergem da linguagem natural dela pos-sessao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7823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 Bloco 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519379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193792"/>
            <a:ext cx="54864" cy="86868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458968"/>
            <a:ext cx="347472" cy="347472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547725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7280" y="5266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 Mapa ao sistema de qualificacao e a linguagem de oferta existente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5788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Entregavel final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92240" y="217627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217627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244144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84264" y="2459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32320" y="22494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Trazer 2 ou 3 exemplos reais de mentorados - onde estavam, o que viveram, onde chegaram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27706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essencial - Semana 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92240" y="318211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318211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344728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84264" y="34655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132320" y="32552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Mapa da Transformacao e marcar o que esta na sua linguagem real - e o que ainda esta estruturado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32320" y="3776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Revisao - 24h apos receber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92240" y="418795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418795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445312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84264" y="44714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132320" y="42611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se os pilares ainda representam a transformacao - ou precisam de ajuste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32320" y="47823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Decisao conjunta - Semana 3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92240" y="519379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519379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75120" y="545896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84264" y="547725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132320" y="5266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 Mapa como linguagem oficial da oferta antes do onboarding ser construido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32320" y="5788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conclusao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AI Systems - Confidencial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2 - Planejamento Operacional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5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 -  BONUS: FORA DO ROADMAP CONTRATADO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Orquestrado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3-4  -  Depende do Mapa da Transformacao aprovado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1124712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5212080" cy="347472"/>
          </a:xfrm>
          <a:prstGeom prst="rect">
            <a:avLst/>
          </a:prstGeom>
          <a:solidFill>
            <a:srgbClr val="B85515">
              <a:alpha val="80000"/>
            </a:srgbClr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91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CONTINUUM FAZ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5212080" cy="347472"/>
          </a:xfrm>
          <a:prstGeom prst="rect">
            <a:avLst/>
          </a:prstGeom>
          <a:solidFill>
            <a:srgbClr val="C8922A">
              <a:alpha val="80000"/>
            </a:srgbClr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916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VOCE PRECISA FAZER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1691640"/>
            <a:ext cx="365760" cy="4572000"/>
          </a:xfrm>
          <a:prstGeom prst="rect">
            <a:avLst/>
          </a:prstGeom>
          <a:solidFill>
            <a:srgbClr val="0C0E14"/>
          </a:solidFill>
          <a:ln w="12700">
            <a:solidFill>
              <a:srgbClr val="0C0E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828800"/>
            <a:ext cx="18288" cy="4297680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7627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76272"/>
            <a:ext cx="54864" cy="868680"/>
          </a:xfrm>
          <a:prstGeom prst="rect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441448"/>
            <a:ext cx="347472" cy="347472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459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2494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embarque - o que comunicar sobre o processo durante a call comercial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7706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5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pronto para uso imediato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18211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82112"/>
            <a:ext cx="54864" cy="868680"/>
          </a:xfrm>
          <a:prstGeom prst="rect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447288"/>
            <a:ext cx="347472" cy="347472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34655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2552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passagem de bastao - carta de boas-vindas + formulario + contrato de processo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776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5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dias apos entrada do mentorado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18795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187952"/>
            <a:ext cx="54864" cy="868680"/>
          </a:xfrm>
          <a:prstGeom prst="rect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453128"/>
            <a:ext cx="347472" cy="347472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" y="44714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7280" y="42611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kickoff - estrutura do Encontro 1 com marcos e combinacoes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7823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5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uso ja no proximo mentorado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519379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193792"/>
            <a:ext cx="54864" cy="868680"/>
          </a:xfrm>
          <a:prstGeom prst="rect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458968"/>
            <a:ext cx="347472" cy="347472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" y="547725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7280" y="5266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faseada com checkpoints - 5 fases, ferramentas, sinal de conclusao por fase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5788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5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Operacao continua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92240" y="217627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92240" y="217627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244144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84264" y="24597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32320" y="224942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protocolo de embarque na proxima call comercial e registrar: o lead reagiu diferente?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27706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Aplicacao imediata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92240" y="318211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92240" y="318211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344728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84264" y="34655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132320" y="325526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 carta de boas-vindas e o formulario com o proximo mentorado que entrar - sem adaptacoes ainda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32320" y="37764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 entrada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92240" y="418795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418795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445312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84264" y="44714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132320" y="426110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 template de kickoff no Encontro 1 e anotar: o que faltou? o que soou forcado?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32320" y="47823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de uso real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92240" y="5193792"/>
            <a:ext cx="5212080" cy="86868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92240" y="519379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75120" y="5458968"/>
            <a:ext cx="347472" cy="34747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84264" y="547725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E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132320" y="5266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 usar a jornada faseada com um mentorado, trazer feedback para iteracao - 1 ciclo real para calibrar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32320" y="5788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Iteracao - Semana 5+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AI Systems - Confidencial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2 - Planejamento Operacional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3035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Produto de Entrada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  -  Decisao estrategica - nao depende de execucao, depende de escolha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1124712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642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hipoteses a validar - voce escolhe uma para apostar: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3703320" cy="416052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84832"/>
            <a:ext cx="3703320" cy="5486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2199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Workshop Mapa de Valor Autentico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907792"/>
            <a:ext cx="342900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1752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31821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ou online - 1 dia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5021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PUBLICO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4360" y="36667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Curioso com prontidao parcial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9867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FUNCAO NO FUNIL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4360" y="41513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 + qualificacao ativa para a mentoria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4599432"/>
            <a:ext cx="342900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70001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ALINHAMENTO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4360" y="4919472"/>
            <a:ext cx="91440" cy="9144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48737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energia identificada com grupos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5266944"/>
            <a:ext cx="91440" cy="9144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52212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sua propria metodologia de forma concentrada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5614416"/>
            <a:ext cx="91440" cy="9144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55686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lista de espera qualificada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70832" y="2084832"/>
            <a:ext cx="3703320" cy="416052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70832" y="2084832"/>
            <a:ext cx="3703320" cy="54864"/>
          </a:xfrm>
          <a:prstGeom prst="rect">
            <a:avLst/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7992" y="222199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Diagnostico Individual + Devolutiva do Eneagrama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07992" y="2907792"/>
            <a:ext cx="342900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301752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07992" y="31821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2 encontros - Formato consultivo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07992" y="35021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PUBLICO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07992" y="36667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com duvida sobre si mesmo antes de entrar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07992" y="39867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FUNCAO NO FUNIL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07992" y="41513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para quem precisa se conhecer antes de comprar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07992" y="4599432"/>
            <a:ext cx="342900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07992" y="470001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ALINHAMENTO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07992" y="4919472"/>
            <a:ext cx="91440" cy="91440"/>
          </a:xfrm>
          <a:prstGeom prst="ellipse">
            <a:avLst/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72584" y="48737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objecao de ainda nao me conheco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07992" y="5266944"/>
            <a:ext cx="91440" cy="91440"/>
          </a:xfrm>
          <a:prstGeom prst="ellipse">
            <a:avLst/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72584" y="52212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 profundidade antes da venda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07992" y="5614416"/>
            <a:ext cx="91440" cy="91440"/>
          </a:xfrm>
          <a:prstGeom prst="ellipse">
            <a:avLst/>
          </a:prstGeom>
          <a:solidFill>
            <a:srgbClr val="0F6E7A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72584" y="55686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Naturalmente filtra anti-ICP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84464" y="2084832"/>
            <a:ext cx="3703320" cy="416052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284464" y="2084832"/>
            <a:ext cx="3703320" cy="54864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21624" y="2221992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Imersao em Grupo - Saude Mental Organizacional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421624" y="2907792"/>
            <a:ext cx="342900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21624" y="301752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421624" y="31821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empresas e lideres - Formato corporativo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421624" y="350215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PUBLICO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421624" y="36667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alternativo: lideres em contexto organizacional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421624" y="39867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FUNCAO NO FUNIL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421624" y="41513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atuacao alinhado com entusiasmo identificado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421624" y="4599432"/>
            <a:ext cx="3429000" cy="18288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21624" y="470001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ALINHAMENTO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8421624" y="4919472"/>
            <a:ext cx="91440" cy="91440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86216" y="48737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sinalizacao de energia com empresas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21624" y="5266944"/>
            <a:ext cx="91440" cy="91440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86216" y="52212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unico elevado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421624" y="5614416"/>
            <a:ext cx="91440" cy="91440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86216" y="55686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diferenciado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6355080"/>
            <a:ext cx="11247120" cy="1371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6355080"/>
            <a:ext cx="11064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acao no Bloco 4: escolher uma hipotese. Nos construimos a descricao completa, formato, preco e criterio de requalificacao para a mentoria avancada.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AI Systems - Confidencial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2 - Planejamento Operacional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 DE EXECUCAO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acontece quando.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11247120" cy="45720"/>
          </a:xfrm>
          <a:prstGeom prst="rect">
            <a:avLst/>
          </a:prstGeom>
          <a:solidFill>
            <a:srgbClr val="2A2E3E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12848"/>
            <a:ext cx="256032" cy="25603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1 arranca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" y="2468880"/>
            <a:ext cx="27432" cy="365760"/>
          </a:xfrm>
          <a:prstGeom prst="rect">
            <a:avLst/>
          </a:prstGeom>
          <a:solidFill>
            <a:srgbClr val="2563A8">
              <a:alpha val="50000"/>
            </a:srgbClr>
          </a:solidFill>
          <a:ln w="12700">
            <a:solidFill>
              <a:srgbClr val="2563A8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34640"/>
            <a:ext cx="2743200" cy="329184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54864" cy="3291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035808"/>
            <a:ext cx="109728" cy="10972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Sessao de identidade agendada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47288"/>
            <a:ext cx="2560320" cy="9144"/>
          </a:xfrm>
          <a:prstGeom prst="rect">
            <a:avLst/>
          </a:prstGeom>
          <a:solidFill>
            <a:srgbClr val="2A2E3E">
              <a:alpha val="70000"/>
            </a:srgbClr>
          </a:solidFill>
          <a:ln w="12700">
            <a:solidFill>
              <a:srgbClr val="2A2E3E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4059936"/>
            <a:ext cx="109728" cy="10972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preparado pela Continuum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471416"/>
            <a:ext cx="2560320" cy="9144"/>
          </a:xfrm>
          <a:prstGeom prst="rect">
            <a:avLst/>
          </a:prstGeom>
          <a:solidFill>
            <a:srgbClr val="2A2E3E">
              <a:alpha val="70000"/>
            </a:srgbClr>
          </a:solidFill>
          <a:ln w="12700">
            <a:solidFill>
              <a:srgbClr val="2A2E3E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5084064"/>
            <a:ext cx="109728" cy="10972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5020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do Entusiasmo + Antivalores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2212848"/>
            <a:ext cx="256032" cy="25603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1 fecha - Bloco 2 inicia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38728" y="2468880"/>
            <a:ext cx="27432" cy="365760"/>
          </a:xfrm>
          <a:prstGeom prst="rect">
            <a:avLst/>
          </a:prstGeom>
          <a:solidFill>
            <a:srgbClr val="2563A8">
              <a:alpha val="50000"/>
            </a:srgbClr>
          </a:solidFill>
          <a:ln w="12700">
            <a:solidFill>
              <a:srgbClr val="2563A8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834640"/>
            <a:ext cx="2743200" cy="329184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2834640"/>
            <a:ext cx="54864" cy="32918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3008" y="3035808"/>
            <a:ext cx="109728" cy="10972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5032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Anti-posicionamento entregue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3447288"/>
            <a:ext cx="2560320" cy="9144"/>
          </a:xfrm>
          <a:prstGeom prst="rect">
            <a:avLst/>
          </a:prstGeom>
          <a:solidFill>
            <a:srgbClr val="2A2E3E">
              <a:alpha val="70000"/>
            </a:srgbClr>
          </a:solidFill>
          <a:ln w="12700">
            <a:solidFill>
              <a:srgbClr val="2A2E3E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93008" y="4059936"/>
            <a:ext cx="109728" cy="10972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85032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 Gravitacional aprovado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383280" y="4471416"/>
            <a:ext cx="2560320" cy="9144"/>
          </a:xfrm>
          <a:prstGeom prst="rect">
            <a:avLst/>
          </a:prstGeom>
          <a:solidFill>
            <a:srgbClr val="2A2E3E">
              <a:alpha val="70000"/>
            </a:srgbClr>
          </a:solidFill>
          <a:ln w="12700">
            <a:solidFill>
              <a:srgbClr val="2A2E3E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5084064"/>
            <a:ext cx="109728" cy="10972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85032" y="5020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dos mentorados reais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55080" y="2212848"/>
            <a:ext cx="256032" cy="256032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2 fecha - Bloco 3 inicia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64808" y="2468880"/>
            <a:ext cx="27432" cy="365760"/>
          </a:xfrm>
          <a:prstGeom prst="rect">
            <a:avLst/>
          </a:prstGeom>
          <a:solidFill>
            <a:srgbClr val="1D7A4E">
              <a:alpha val="50000"/>
            </a:srgbClr>
          </a:solidFill>
          <a:ln w="12700">
            <a:solidFill>
              <a:srgbClr val="1D7A4E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2834640"/>
            <a:ext cx="2743200" cy="329184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2834640"/>
            <a:ext cx="54864" cy="329184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9088" y="3035808"/>
            <a:ext cx="109728" cy="109728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Transformacao aprovado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09360" y="3447288"/>
            <a:ext cx="2560320" cy="9144"/>
          </a:xfrm>
          <a:prstGeom prst="rect">
            <a:avLst/>
          </a:prstGeom>
          <a:solidFill>
            <a:srgbClr val="2A2E3E">
              <a:alpha val="70000"/>
            </a:srgbClr>
          </a:solidFill>
          <a:ln w="12700">
            <a:solidFill>
              <a:srgbClr val="2A2E3E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19088" y="4059936"/>
            <a:ext cx="109728" cy="109728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1112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validados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09360" y="4471416"/>
            <a:ext cx="2560320" cy="9144"/>
          </a:xfrm>
          <a:prstGeom prst="rect">
            <a:avLst/>
          </a:prstGeom>
          <a:solidFill>
            <a:srgbClr val="2A2E3E">
              <a:alpha val="70000"/>
            </a:srgbClr>
          </a:solidFill>
          <a:ln w="12700">
            <a:solidFill>
              <a:srgbClr val="2A2E3E">
                <a:alpha val="7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19088" y="5084064"/>
            <a:ext cx="109728" cy="109728"/>
          </a:xfrm>
          <a:prstGeom prst="ellipse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11112" y="5020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de onboarding em construcao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281160" y="2212848"/>
            <a:ext cx="256032" cy="256032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0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5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1440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Bloco 3 entregue - Bloco 4 decide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390888" y="2468880"/>
            <a:ext cx="27432" cy="365760"/>
          </a:xfrm>
          <a:prstGeom prst="rect">
            <a:avLst/>
          </a:prstGeom>
          <a:solidFill>
            <a:srgbClr val="B85515">
              <a:alpha val="50000"/>
            </a:srgbClr>
          </a:solidFill>
          <a:ln w="12700">
            <a:solidFill>
              <a:srgbClr val="B85515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44000" y="2834640"/>
            <a:ext cx="2743200" cy="329184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144000" y="2834640"/>
            <a:ext cx="54864" cy="3291840"/>
          </a:xfrm>
          <a:prstGeom prst="rect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45168" y="3035808"/>
            <a:ext cx="109728" cy="109728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37192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embarque ativo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235440" y="3447288"/>
            <a:ext cx="2560320" cy="9144"/>
          </a:xfrm>
          <a:prstGeom prst="rect">
            <a:avLst/>
          </a:prstGeom>
          <a:solidFill>
            <a:srgbClr val="2A2E3E">
              <a:alpha val="70000"/>
            </a:srgbClr>
          </a:solidFill>
          <a:ln w="12700">
            <a:solidFill>
              <a:srgbClr val="2A2E3E">
                <a:alpha val="7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45168" y="4059936"/>
            <a:ext cx="109728" cy="109728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37192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faseada documentada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235440" y="4471416"/>
            <a:ext cx="2560320" cy="9144"/>
          </a:xfrm>
          <a:prstGeom prst="rect">
            <a:avLst/>
          </a:prstGeom>
          <a:solidFill>
            <a:srgbClr val="2A2E3E">
              <a:alpha val="70000"/>
            </a:srgbClr>
          </a:solidFill>
          <a:ln w="12700">
            <a:solidFill>
              <a:srgbClr val="2A2E3E">
                <a:alpha val="7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45168" y="5084064"/>
            <a:ext cx="109728" cy="109728"/>
          </a:xfrm>
          <a:prstGeom prst="ellipse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37192" y="5020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Hipotese de produto escolhida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AI Systems - Confidencial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2 - Planejamento Operacional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OPERACAO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nao pode escorregar.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73152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00" cy="15087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08760"/>
            <a:ext cx="54864" cy="1508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1848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bloco por vez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16712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avancamos para o Bloco 2 antes do Nucleo Gravitacional aprovado. Nao construimos o onboarding antes do Mapa da Transformacao validado.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1508760"/>
            <a:ext cx="5486400" cy="15087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508760"/>
            <a:ext cx="54864" cy="150876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1848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B2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44652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Nao cristalizar branding antes do Bloco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16712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posicionamento e pilares nao sao finalizados antes da sessao de identidade. Risco: endurecer antes de ter o nucleo.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5486400" cy="15087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54864" cy="15087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101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Decisoes sao da Debora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85876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Continuum estrutura, redige e entrega. A validacao e sempre dela - sem aprovacao, nao avancamos. O sistema precisa ser autentico para funcionar.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200400"/>
            <a:ext cx="5486400" cy="15087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3200400"/>
            <a:ext cx="54864" cy="1508760"/>
          </a:xfrm>
          <a:prstGeom prst="rect">
            <a:avLst/>
          </a:prstGeom>
          <a:solidFill>
            <a:srgbClr val="B85515"/>
          </a:solidFill>
          <a:ln w="12700">
            <a:solidFill>
              <a:srgbClr val="B855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3101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B85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EXECUCAO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44652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entra em campo com o proximo mentorado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385876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esperamos ter o sistema perfeito. Usamos com o proximo mentorado que entrar e iteramos. Um ciclo real vale mais que 3 semanas de refinamento.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5486400" cy="15087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892040"/>
            <a:ext cx="54864" cy="1508760"/>
          </a:xfrm>
          <a:prstGeom prst="rect">
            <a:avLst/>
          </a:prstGeom>
          <a:solidFill>
            <a:srgbClr val="1D7A4E"/>
          </a:solidFill>
          <a:ln w="12700">
            <a:solidFill>
              <a:srgbClr val="1D7A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001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4360" y="5212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em 48h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" y="555040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entregavel tem janela de 48h para resposta. Sem feedback nesse prazo, seguimos com a versao entregue e abrimos revisao na semana seguinte.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4892040"/>
            <a:ext cx="5486400" cy="1508760"/>
          </a:xfrm>
          <a:prstGeom prst="rect">
            <a:avLst/>
          </a:prstGeom>
          <a:solidFill>
            <a:srgbClr val="151929"/>
          </a:solidFill>
          <a:ln w="12700">
            <a:solidFill>
              <a:srgbClr val="2A2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4892040"/>
            <a:ext cx="54864" cy="1508760"/>
          </a:xfrm>
          <a:prstGeom prst="rect">
            <a:avLst/>
          </a:prstGeom>
          <a:solidFill>
            <a:srgbClr val="8A8FA8"/>
          </a:solidFill>
          <a:ln w="12700">
            <a:solidFill>
              <a:srgbClr val="8A8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00176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DE ESCOPO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46520" y="5212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NAO fazemos nessa sprint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46520" y="555040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Trafego pago - Site definitivo - Automacoes de IA - Escala comercial - Fechamento rigido de ICP.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20" y="0"/>
            <a:ext cx="457200" cy="68580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4114800" cy="36576"/>
          </a:xfrm>
          <a:prstGeom prst="rect">
            <a:avLst/>
          </a:prstGeom>
          <a:solidFill>
            <a:srgbClr val="C8922A">
              <a:alpha val="30000"/>
            </a:srgbClr>
          </a:solidFill>
          <a:ln w="12700">
            <a:solidFill>
              <a:srgbClr val="C8922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9144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sistema esta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0EB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para comecar.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Sprint 2 nao e mais complexidade - e clareza.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simplifica o que ja existe e conecta o que ainda esta solto.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892040"/>
            <a:ext cx="7772400" cy="1005840"/>
          </a:xfrm>
          <a:prstGeom prst="rect">
            <a:avLst/>
          </a:prstGeom>
          <a:solidFill>
            <a:srgbClr val="151929"/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 passo imediato: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53218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a sessao de identidade (90 min) - essa e a unica acao que desbloqueia tudo o que vem depois.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AI Systems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2026-05-20T20:12:56Z</dcterms:created>
  <dcterms:modified xsi:type="dcterms:W3CDTF">2026-05-20T20:12:56Z</dcterms:modified>
</cp:coreProperties>
</file>