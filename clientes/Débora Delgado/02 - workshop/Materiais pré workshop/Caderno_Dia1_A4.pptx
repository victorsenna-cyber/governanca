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47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566160"/>
            <a:ext cx="7562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0" y="4114800"/>
            <a:ext cx="7562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B6C6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4572000"/>
            <a:ext cx="68305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7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sou eu quando</a:t>
            </a:r>
            <a:endParaRPr lang="en-US" sz="3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7F1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estou no meu melhor?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365760" y="6217920"/>
            <a:ext cx="6830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BA9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talentos e geração de valor natural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7223760"/>
            <a:ext cx="7562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6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9 HISTÓRIAS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cada história me mostra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Enquanto você ouve, anote: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002536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 personagem parece mais comigo?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24328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3191256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 personagem me irrita?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813048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48640" y="4379976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 eu gostaria de ser?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001768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48640" y="5568696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quê?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6190488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48640" y="6665976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7141464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0" y="10186416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pPr algn="ctr" indent="0" marL="0">
              <a:buNone/>
            </a:pPr>
            <a:r>
              <a:rPr lang="en-US" sz="850" spc="100" kern="0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Workshop de Alinhamento de Carreira  </a:t>
            </a:r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MINHA PERSONALIDADE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Eneagrama e Desenho Humano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Tipo(s) com que me reconheci: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7627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724912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Depois de ler o material em casa, meu subtipo parece ser: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46704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48640" y="3895344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Talentos da minha cartinha que mais ressoam: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517136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4992624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48640" y="5541264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Uma armadilha que reconheço em mim: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6163056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48640" y="6803136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meu Desenho Humano — talentos e direções que fizeram sentido: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7424928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48640" y="7900416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48640" y="8449056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“verbo central” do meu design (o que ele essencialmente faz):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9070848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0" y="10186416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pPr algn="ctr" indent="0" marL="0">
              <a:buNone/>
            </a:pPr>
            <a:r>
              <a:rPr lang="en-US" sz="850" spc="100" kern="0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Workshop de Alinhamento de Carreira  </a:t>
            </a:r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INVESTIGAÇÃO EM DUPLA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meus 3 superpoderes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Anote os 3 superpoderes que sua dupla enxergou — com as palavras dela, sem corrigir, só receba: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02536"/>
            <a:ext cx="6464808" cy="777240"/>
          </a:xfrm>
          <a:prstGeom prst="roundRect">
            <a:avLst>
              <a:gd name="adj" fmla="val 9412"/>
            </a:avLst>
          </a:prstGeom>
          <a:solidFill>
            <a:srgbClr val="FBF7EE"/>
          </a:solidFill>
          <a:ln w="12700">
            <a:solidFill>
              <a:srgbClr val="B6C6A8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2002536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889504"/>
            <a:ext cx="6464808" cy="777240"/>
          </a:xfrm>
          <a:prstGeom prst="roundRect">
            <a:avLst>
              <a:gd name="adj" fmla="val 9412"/>
            </a:avLst>
          </a:prstGeom>
          <a:solidFill>
            <a:srgbClr val="FBF7EE"/>
          </a:solidFill>
          <a:ln w="12700">
            <a:solidFill>
              <a:srgbClr val="B6C6A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731520" y="2889504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76472"/>
            <a:ext cx="6464808" cy="777240"/>
          </a:xfrm>
          <a:prstGeom prst="roundRect">
            <a:avLst>
              <a:gd name="adj" fmla="val 9412"/>
            </a:avLst>
          </a:prstGeom>
          <a:solidFill>
            <a:srgbClr val="FBF7EE"/>
          </a:solidFill>
          <a:ln w="12700">
            <a:solidFill>
              <a:srgbClr val="B6C6A8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31520" y="3776472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3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800600"/>
            <a:ext cx="6464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Minha geração de valor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25780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Meu talento é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87959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548640" y="640080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 gero valor quando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702259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48640" y="7543800"/>
            <a:ext cx="6464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Quero usar isso mais em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8165592"/>
            <a:ext cx="6464808" cy="0"/>
          </a:xfrm>
          <a:prstGeom prst="line">
            <a:avLst/>
          </a:prstGeom>
          <a:noFill/>
          <a:ln w="15240">
            <a:solidFill>
              <a:srgbClr val="C2B79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0" y="10186416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pPr algn="ctr" indent="0" marL="0">
              <a:buNone/>
            </a:pPr>
            <a:r>
              <a:rPr lang="en-US" sz="850" spc="100" kern="0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Workshop de Alinhamento de Carreira  </a:t>
            </a:r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64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C73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LIÇÃO DE CASA PRO DIA 2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464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47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do próximo encontro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64808" cy="777240"/>
          </a:xfrm>
          <a:prstGeom prst="roundRect">
            <a:avLst>
              <a:gd name="adj" fmla="val 9412"/>
            </a:avLst>
          </a:prstGeom>
          <a:solidFill>
            <a:srgbClr val="FBF7E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A6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737360"/>
            <a:ext cx="5550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Ler o material de personalidades e os 27 subtipos.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6464808" cy="777240"/>
          </a:xfrm>
          <a:prstGeom prst="roundRect">
            <a:avLst>
              <a:gd name="adj" fmla="val 9412"/>
            </a:avLst>
          </a:prstGeom>
          <a:solidFill>
            <a:srgbClr val="FBF7E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974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A6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2697480"/>
            <a:ext cx="5550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Responder o Mapa dos Bloqueios (formulário).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6464808" cy="1188720"/>
          </a:xfrm>
          <a:prstGeom prst="roundRect">
            <a:avLst>
              <a:gd name="adj" fmla="val 9231"/>
            </a:avLst>
          </a:prstGeom>
          <a:solidFill>
            <a:srgbClr val="EDE3D0"/>
          </a:solidFill>
          <a:ln w="15240">
            <a:solidFill>
              <a:srgbClr val="8AA67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22960" y="3931920"/>
            <a:ext cx="5916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3A46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você descobriu sobre a sua geração de valor natural é a base de tudo o que vem a seguir. Guarde com carinho — a gente volta a isso.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0" y="10186416"/>
            <a:ext cx="7562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pPr algn="ctr" indent="0" marL="0">
              <a:buNone/>
            </a:pPr>
            <a:r>
              <a:rPr lang="en-US" sz="850" spc="100" kern="0" dirty="0">
                <a:solidFill>
                  <a:srgbClr val="B4A9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Workshop de Alinhamento de Carreira  </a:t>
            </a:r>
            <a:pPr algn="ctr" indent="0" marL="0">
              <a:buNone/>
            </a:pPr>
            <a:r>
              <a:rPr lang="en-US" sz="850" spc="100" kern="0" dirty="0">
                <a:solidFill>
                  <a:srgbClr val="DBA9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2026-06-19T18:52:44Z</dcterms:created>
  <dcterms:modified xsi:type="dcterms:W3CDTF">2026-06-19T18:52:44Z</dcterms:modified>
</cp:coreProperties>
</file>