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661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411480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B6C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572000"/>
            <a:ext cx="68305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volto</a:t>
            </a:r>
            <a:endParaRPr lang="en-US" sz="3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mim?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65760" y="6217920"/>
            <a:ext cx="6830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A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construindo um plano possível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72237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OLHAR HONESTO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Olhar o meu dia a dia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meu trabalho hoje, eu tenho espaço pra usar meus talentos naturais?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40156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barreira interna eu quero vencer?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449884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DEIXE VIR UMA CENA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Daqui a 6 meses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gostaria de estar vivendo? Detalhes, sensações — sem se cobrar lógica.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317296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364845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412394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459943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507492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PLANO · DE TRÁS PRA FRENTE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reverso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Comece pelo destino e vá voltando: “qual ação precisa acontecer antes?” — até uma ação possível pra amanhã.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Daqui a ~6 meses, o que eu gostaria de estar vivendo: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67588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qual ação precisa acontecer ANTES de eu chegar lá?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504748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e qual ação antes dessa?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48640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641908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A6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e antes dessa?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85800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779068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 até chegar numa ação que eu JÁ POSSO FAZER agora: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84124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888796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TESTANDO A MINHA META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filtro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Ela me traz aperto ou abertura?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33288" y="17922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É genuinamente minha — ou validação de alguém?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33288" y="22494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Fere o livre-arbítrio de alguém?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33288" y="27066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Ela parece possível?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33288" y="31638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Vou ter prazer em aprender o que ela exige?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33288" y="36210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" y="38404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É falta — ou é expansão?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33288" y="4078224"/>
            <a:ext cx="1280160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43434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eu me torno vivendo esse processo?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651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54864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Depois de responder, ajuste a sua meta se precisar: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1081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65836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FECHAR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caminho e o próximo passo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Olhando o roadmap, onde o meu cérebro teria prazer em aprender?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pesa demais e eu posso tornar mais leve?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406908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Meu compromisso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Meu próximo passo possível é: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1480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56692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Vou dar esse passo até: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2910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68122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descoberta que levo dessa jornada: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74340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8092440"/>
            <a:ext cx="6464808" cy="1005840"/>
          </a:xfrm>
          <a:prstGeom prst="roundRect">
            <a:avLst>
              <a:gd name="adj" fmla="val 10909"/>
            </a:avLst>
          </a:prstGeom>
          <a:solidFill>
            <a:srgbClr val="EDE3D0"/>
          </a:solidFill>
          <a:ln w="15240">
            <a:solidFill>
              <a:srgbClr val="8AA67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" y="8092440"/>
            <a:ext cx="5916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A4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não veio aqui pra descobrir tudo. Veio pra voltar a se escutar — e dar o próximo passo com mais consciência.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2026-06-19T18:52:44Z</dcterms:created>
  <dcterms:modified xsi:type="dcterms:W3CDTF">2026-06-19T18:52:44Z</dcterms:modified>
</cp:coreProperties>
</file>