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47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566160"/>
            <a:ext cx="7562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0" y="4114800"/>
            <a:ext cx="7562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B6C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4572000"/>
            <a:ext cx="683056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7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me afasta</a:t>
            </a:r>
            <a:endParaRPr lang="en-US" sz="3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7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mim?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365760" y="6217920"/>
            <a:ext cx="6830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BA9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barreiras invisíveis: crenças e feridas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7223760"/>
            <a:ext cx="7562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A6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C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IKIGAI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4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faz sentido pra mim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64808" cy="914400"/>
          </a:xfrm>
          <a:prstGeom prst="roundRect">
            <a:avLst>
              <a:gd name="adj" fmla="val 12000"/>
            </a:avLst>
          </a:prstGeom>
          <a:solidFill>
            <a:srgbClr val="EDE3D0"/>
          </a:solidFill>
          <a:ln w="15240">
            <a:solidFill>
              <a:srgbClr val="8AA67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5916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3A46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ikigai é a interseção de: o que você pode ser pago por, aquilo em que você é bom, o que você ama e o que o mundo precisa.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você pode ser pago por?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916936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suas formações e experiências te levam a ser contratada pra quê?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502152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3977640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48640" y="4544568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você é bom em fazer?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855464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 que te pedem ajuda? seus melhores conhecimentos e atitudes?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5440680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48640" y="5916168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0" y="10186416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pPr algn="ctr" indent="0" marL="0">
              <a:buNone/>
            </a:pPr>
            <a:r>
              <a:rPr lang="en-US" sz="850" spc="100" kern="0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Workshop de Alinhamento de Carreira  </a:t>
            </a:r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C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IKIGAI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4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Continuando o mapa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você ama fazer?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865376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você faz e não vê o tempo passar? o que te deixa profundamente feliz?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450592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48640" y="2926080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48640" y="3511296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o mundo precisa?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822192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complete: “o mundo seria melhor se…”; que impacto você quer gerar?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4407408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48640" y="4882896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48640" y="5541264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interseções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998464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7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Paixão  </a:t>
            </a:r>
            <a:pPr indent="0" marL="0">
              <a:buNone/>
            </a:pPr>
            <a:r>
              <a:rPr lang="en-US" sz="1000" i="1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(amo ✕ sou bom)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6254496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48640" y="6473952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7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Missão  </a:t>
            </a:r>
            <a:pPr indent="0" marL="0">
              <a:buNone/>
            </a:pPr>
            <a:r>
              <a:rPr lang="en-US" sz="1000" i="1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(amo ✕ mundo precisa)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6729984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6949440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7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Profissão  </a:t>
            </a:r>
            <a:pPr indent="0" marL="0">
              <a:buNone/>
            </a:pPr>
            <a:r>
              <a:rPr lang="en-US" sz="1000" i="1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(sou bom ✕ pago)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7205472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48640" y="7424928"/>
            <a:ext cx="646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7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Vocação  </a:t>
            </a:r>
            <a:pPr indent="0" marL="0">
              <a:buNone/>
            </a:pPr>
            <a:r>
              <a:rPr lang="en-US" sz="1000" i="1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(mundo precisa ✕ pago)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7680960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0" y="10186416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pPr algn="ctr" indent="0" marL="0">
              <a:buNone/>
            </a:pPr>
            <a:r>
              <a:rPr lang="en-US" sz="850" spc="100" kern="0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Workshop de Alinhamento de Carreira  </a:t>
            </a:r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C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TRAVOU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4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crenças que apareceram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Enquanto eu preenchia o IKIGAI, as crenças que surgiram foram: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21992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48640" y="2697480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48640" y="3172968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48640" y="3831336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perguntas-chave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288536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de pior pode acontecer se eu escrever um IKIGAI que faz sentido?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910328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48640" y="5385816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48640" y="5952744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se eu ganhar dinheiro com aquilo que escrevi?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6574536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48640" y="7050024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0" y="10186416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pPr algn="ctr" indent="0" marL="0">
              <a:buNone/>
            </a:pPr>
            <a:r>
              <a:rPr lang="en-US" sz="850" spc="100" kern="0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Workshop de Alinhamento de Carreira  </a:t>
            </a:r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C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CRENÇAS E EFT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4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filtro e o que destrava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64808" cy="777240"/>
          </a:xfrm>
          <a:prstGeom prst="roundRect">
            <a:avLst>
              <a:gd name="adj" fmla="val 14118"/>
            </a:avLst>
          </a:prstGeom>
          <a:solidFill>
            <a:srgbClr val="EDE3D0"/>
          </a:solidFill>
          <a:ln w="15240">
            <a:solidFill>
              <a:srgbClr val="8AA67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5916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3A46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Você não vê a realidade como ela é — vê como aprendeu a vê-la.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Uma crença sobre trabalho/dinheiro/sucesso que percebo que carrego: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90672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48640" y="3566160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4096512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onde ela pode ter vindo?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718304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48640" y="5376672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EFT — o que eu trabalhei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833872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barreira que escolhi: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6455664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48640" y="6976872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Nota antes (0–10): _______        Nota depois (0–10): _______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7388352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destravou em mim: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8010144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0" y="10186416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pPr algn="ctr" indent="0" marL="0">
              <a:buNone/>
            </a:pPr>
            <a:r>
              <a:rPr lang="en-US" sz="850" spc="100" kern="0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Workshop de Alinhamento de Carreira  </a:t>
            </a:r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2026-06-19T18:52:44Z</dcterms:created>
  <dcterms:modified xsi:type="dcterms:W3CDTF">2026-06-19T18:52:44Z</dcterms:modified>
</cp:coreProperties>
</file>