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38328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✦ 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3931920"/>
            <a:ext cx="7562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B6C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CADERNO DE ATIVIDADES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0"/>
            <a:ext cx="68305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7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de</a:t>
            </a:r>
            <a:endParaRPr lang="en-US" sz="3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7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Alinhamento de Carreira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6126480"/>
            <a:ext cx="6830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DBA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espaço pra lembrar quem você é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DBA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das expectativas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749808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BOAS-VINDAS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bom ter você aqui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64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Este caderno acompanha uma travessia curta: três encontros para você se reconhecer, entender o que te afasta de si mesma, e desenhar próximos passos mais coerentes com quem você realmente é.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6464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é sobre descobrir “a profissão perfeita”, nem sobre uma transformação garantida em três dias. É sobre devolver a você a capacidade de se escutar. Você não vai sair com todas as respostas — mas talvez saia fazendo perguntas mais honestas.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7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não precisa chegar pronta. Só precisa chegar honesta.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6464808" cy="1371600"/>
          </a:xfrm>
          <a:prstGeom prst="roundRect">
            <a:avLst>
              <a:gd name="adj" fmla="val 8667"/>
            </a:avLst>
          </a:prstGeom>
          <a:solidFill>
            <a:srgbClr val="EDE3D0"/>
          </a:solidFill>
          <a:ln w="16510">
            <a:solidFill>
              <a:srgbClr val="8AA67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68680" y="4937760"/>
            <a:ext cx="5824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3A4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caderno é seu. Não existe resposta certa, nota, nem jeito bonito de preencher. Escreva à mão, rabisque, volte nas páginas. O que vale é a sua honestidade com você.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675120"/>
            <a:ext cx="6464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34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 do Dia 1, duas missões leves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pra você chegar já se conhecendo melhor: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34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(1)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gerar o seu Desenho Humano e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34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(2)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pedir feedback de talentos a 3 amigos. As páginas a seguir te guiam em cada uma.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MISSÃO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Gere o seu Desenho Humano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64808" cy="2057400"/>
          </a:xfrm>
          <a:prstGeom prst="roundRect">
            <a:avLst>
              <a:gd name="adj" fmla="val 5778"/>
            </a:avLst>
          </a:prstGeom>
          <a:solidFill>
            <a:srgbClr val="E9F0E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POR QUE FAZER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916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Desenho Humano é só mais uma fonte de informação — mais um espelho — para te ajudar a reconhecer talentos que você já tem. Não é um veredito nem uma verdade absoluta sobre você; é um convite à reflexão. Muitas vezes uma frase do seu mapa dá nome a algo que você sempre fez com naturalidade, sem perceber que era um dom.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gerar o seu mapa, siga o passo a passo: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41648"/>
            <a:ext cx="6464808" cy="475488"/>
          </a:xfrm>
          <a:prstGeom prst="roundRect">
            <a:avLst>
              <a:gd name="adj" fmla="val 19231"/>
            </a:avLst>
          </a:prstGeom>
          <a:solidFill>
            <a:srgbClr val="E9F0E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41648"/>
            <a:ext cx="5916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Onde gerar:  </a:t>
            </a:r>
            <a:pPr indent="0" marL="0">
              <a:buNone/>
            </a:pPr>
            <a:r>
              <a:rPr lang="en-US" sz="1200" b="1" dirty="0">
                <a:solidFill>
                  <a:srgbClr val="334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ahumandesign.com/human-design-chart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8AA67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4636008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Tenha em mãos data de nascimento, horário exato (vale conferir na certidão) e cidade de nascimento.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550408"/>
            <a:ext cx="384048" cy="384048"/>
          </a:xfrm>
          <a:prstGeom prst="ellipse">
            <a:avLst/>
          </a:prstGeom>
          <a:solidFill>
            <a:srgbClr val="8AA67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5477256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Acesse o site ahumandesign.com/human-design-chart e insira os seus dados.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391656"/>
            <a:ext cx="384048" cy="384048"/>
          </a:xfrm>
          <a:prstGeom prst="ellipse">
            <a:avLst/>
          </a:prstGeom>
          <a:solidFill>
            <a:srgbClr val="8AA67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391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6318504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Gere o seu mapa.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7232904"/>
            <a:ext cx="384048" cy="384048"/>
          </a:xfrm>
          <a:prstGeom prst="ellipse">
            <a:avLst/>
          </a:prstGeom>
          <a:solidFill>
            <a:srgbClr val="8AA67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7232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7159752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Dê um print (captura de tela) do mapa e cole junto com o prompt das próximas páginas no ChatGPT ou no Claude.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8074152"/>
            <a:ext cx="384048" cy="384048"/>
          </a:xfrm>
          <a:prstGeom prst="ellipse">
            <a:avLst/>
          </a:prstGeom>
          <a:solidFill>
            <a:srgbClr val="8AA67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8074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8001000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Chegue no Dia 1 com a leitura — grife os talentos e direções que mais ressoaram.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896112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Dica: o print do mapa já basta — o modelo lê os dados direto da imagem. Use o resultado como reflexão, não como verdade absoluta.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PROMPT — COPIE E COLE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 1 — regras + seus dados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64808" cy="8586216"/>
          </a:xfrm>
          <a:prstGeom prst="roundRect">
            <a:avLst>
              <a:gd name="adj" fmla="val 1414"/>
            </a:avLst>
          </a:prstGeom>
          <a:solidFill>
            <a:srgbClr val="FBF7EE"/>
          </a:solidFill>
          <a:ln w="15240">
            <a:solidFill>
              <a:srgbClr val="B4A9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5952744" cy="817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é um analista de Desenho Humano especializado em carreira. Seu diferencial é a precisão mecânica: nunca dá conselhos genéricos — cada afirmação é rastreada a um elemento concreto do mapa.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 INEGOCIÁVEIS: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Fundamente cada insight num elemento específico do mapa (Tipo, Autoridade, Perfil, centro, canal, gate ou cruz). Se não conseguir ligar, não afirme.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Não invente dados. Campo vazio = "dado insuficiente".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Marque a confiança: [alta], [média] ou [especulativa].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Evite linguagem de horóscopo. Seja específico.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Separe função de nicho: primeiro o verbo que meu design executa; só depois a profissão.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MEUS DADOS (se você colou o print do mapa, pode deixar em branco):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Tipo: [...]   - Perfil: [...]   - Autoridade: [...]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Definição: [...]   - Centros definidos: [...]   - Centros abertos: [...]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Canais: [...]   - Gates: [...]   - Cruz de Encarnação: [...]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 CONTEXTO ATUAL (preencha — evita respostas genéricas):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Formação e experiência até hoje: [...]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Competências que já domino: [...]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 que amo fazer e em que perco a noção do tempo: [...]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 que me drena hoje no trabalho: [...]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Onde estou agora e o que quero mudar: [...]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PROMPT — COPIE E COLE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 2 — a análise pedida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64808" cy="8586216"/>
          </a:xfrm>
          <a:prstGeom prst="roundRect">
            <a:avLst>
              <a:gd name="adj" fmla="val 1414"/>
            </a:avLst>
          </a:prstGeom>
          <a:solidFill>
            <a:srgbClr val="FBF7EE"/>
          </a:solidFill>
          <a:ln w="15240">
            <a:solidFill>
              <a:srgbClr val="B4A9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5952744" cy="817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ANÁLISE SOLICITADA: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0 — Assinatura do design (antes de tudo). Em até 8 linhas, destile a "mecânica → função": a energia, o verbo central (orientar, aperfeiçoar, iniciar, ver o outro...), o ritmo e a interação ideal — a partir de canais, gates, centros e perfil.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Estratégia e Autoridade na carreira — como decidir, aceitar ou recusar.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Talentos naturais — ligando cada um ao canal/gate de onde sai.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Tema de vida e propósito (Perfil + Cruz).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Ambientes e condições ideais (ritmo, sozinha/equipe, papel).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Centros abertos e condicionamentos a evitar.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Relacionamentos profissionais.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Ciclos e timing.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Recomendações práticas (sem listas genéricas):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a) Da função ao nicho: 3–5 funções, cada uma com o elemento do mapa + confiança.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b) Filtro de compatibilidade: 4–6 perguntas pra aplicar a qualquer vaga.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c) Nichos ilustrativos: cruzando mecânica + meu contexto; com justificativa e confiança.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d) Anti-recomendações: o que parar de fazer.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e) 3–5 ações concretas pros próximos meses.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3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Fechamento: 1–2 tensões entre o que o mercado espera e o que meu design pede.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MISSÃO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Peça feedback a 3 pessoas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64808" cy="1783080"/>
          </a:xfrm>
          <a:prstGeom prst="roundRect">
            <a:avLst>
              <a:gd name="adj" fmla="val 6667"/>
            </a:avLst>
          </a:prstGeom>
          <a:solidFill>
            <a:srgbClr val="E9F0E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36192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POR QUE FAZER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5916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gente costuma ser cega para os próprios talentos — eles são tão naturais que parecem “não ter mérito”. Mas quem está de fora enxerga com clareza. Pedir feedback a 3 pessoas quebra o “eu já sei quem eu sou” e traz uma validação externa saudável, que você vai cruzar com o Eneagrama e o Desenho Humano no Dia 1.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6464808" cy="3108960"/>
          </a:xfrm>
          <a:prstGeom prst="roundRect">
            <a:avLst>
              <a:gd name="adj" fmla="val 3824"/>
            </a:avLst>
          </a:prstGeom>
          <a:solidFill>
            <a:srgbClr val="E9F0E2"/>
          </a:solidFill>
          <a:ln w="17780">
            <a:solidFill>
              <a:srgbClr val="8AA6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52044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COPIE E COLE NO WHATSAPP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822192"/>
            <a:ext cx="5916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Oi! Estou participando de um treinamento e recebi a missão de pedir a 3 amigos que me descrevam. Você toparia me responder 3 perguntinhas?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4526280"/>
            <a:ext cx="5733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334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Quais problemas você me pediria ajuda pra resolver?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334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Quais habilidades e características você imagina que eu tenho pra resolver esses problemas?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Se eu fizesse um novo amigo hoje, o que ele passaria a fazer diferente depois de um mês comigo?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5916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 responder do seu jeito, sem formalidade. Significa muito pra mim!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72084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Anote o que mais te marcou — sem corrigir, sem diminuir. Repare no que se repete.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7132320"/>
            <a:ext cx="6464808" cy="731520"/>
          </a:xfrm>
          <a:prstGeom prst="roundRect">
            <a:avLst>
              <a:gd name="adj" fmla="val 10000"/>
            </a:avLst>
          </a:prstGeom>
          <a:solidFill>
            <a:srgbClr val="FBF7EE"/>
          </a:solidFill>
          <a:ln w="12700">
            <a:solidFill>
              <a:srgbClr val="B6C6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71323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7973568"/>
            <a:ext cx="6464808" cy="731520"/>
          </a:xfrm>
          <a:prstGeom prst="roundRect">
            <a:avLst>
              <a:gd name="adj" fmla="val 10000"/>
            </a:avLst>
          </a:prstGeom>
          <a:solidFill>
            <a:srgbClr val="FBF7EE"/>
          </a:solidFill>
          <a:ln w="12700">
            <a:solidFill>
              <a:srgbClr val="B6C6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797356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8814816"/>
            <a:ext cx="6464808" cy="731520"/>
          </a:xfrm>
          <a:prstGeom prst="roundRect">
            <a:avLst>
              <a:gd name="adj" fmla="val 10000"/>
            </a:avLst>
          </a:prstGeom>
          <a:solidFill>
            <a:srgbClr val="FBF7EE"/>
          </a:solidFill>
          <a:ln w="12700">
            <a:solidFill>
              <a:srgbClr val="B6C6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881481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Caderno — Boas-vindas</dc:title>
  <dc:subject>PptxGenJS Presentation</dc:subject>
  <dc:creator>PptxGenJS</dc:creator>
  <cp:lastModifiedBy>PptxGenJS</cp:lastModifiedBy>
  <cp:revision>1</cp:revision>
  <dcterms:created xsi:type="dcterms:W3CDTF">2026-06-19T18:51:12Z</dcterms:created>
  <dcterms:modified xsi:type="dcterms:W3CDTF">2026-06-19T18:51:12Z</dcterms:modified>
</cp:coreProperties>
</file>